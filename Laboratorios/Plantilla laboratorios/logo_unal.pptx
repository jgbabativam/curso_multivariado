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374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2481E-8DEA-4E5E-9DF4-22DAD7024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06785A-9418-45F3-AA20-5058EAFAE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D290F8-5D92-4C45-94C7-32DA51A3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D6E0C-034E-4A8E-B3F9-A9D02547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8A665-AD57-4536-9596-805CBC68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5361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5EDE8-A772-4E48-84EA-EC05EEEC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5465E6-5A02-4BFC-B5EF-CF6C19FB3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81D79-2A49-43FE-9977-B65D4898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FF21A4-D38A-4CB3-81BB-D3DFD645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C2A9BC-C668-4128-96C3-919C367C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9350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C045B-6D73-4065-A712-CB372B941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010D90-D830-4F4F-84B7-82E5180BF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536789-DF93-4251-BCA8-A8E52695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393288-32B1-45ED-AC31-E05CF391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255E98-915A-4D02-9AB0-AC63AE58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99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B4CB9-6A2C-407A-BF51-87AEA73F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73DA98-83B3-466D-ACE4-0DD448552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27BB43-57F5-4CC9-95FD-936295E61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F76EA0-F278-4D18-9F49-C7A30BAF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7E0F43-44B0-4201-9007-4A5CF553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C8E4C1-7F5B-4BB4-BC4F-ED2FFAA4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471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03A3E-E005-4DCC-8464-7659B1A2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2A620A-1368-43AA-AD13-B6F67694C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C8192E-BEB3-4C2B-B146-15B600733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3DA939-F0A6-44D3-94CE-9ADC934FE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89C966-4675-477E-BE53-09AA83DEB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105E73-178B-40D5-A223-C611D4AE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06F8AE2-D95E-45A4-84D1-C638E58F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239AA9-F2EE-442D-A880-3E943DDB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026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08AAB-4C9F-4ADE-99A3-3550C2E5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F4207F-DDF1-473E-8137-F5D88FF7A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95A871-2095-4328-9B71-611DCEDA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C8E410-8720-40E1-A1E2-58DC3E96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6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51D4E5-055B-4724-8C26-7897A2C0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EC8021-240F-4320-B950-BB1437F8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339582-1F1D-4E1F-8C71-40FB6713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705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42B00-AD3D-4CFB-83CD-A137419A1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43E392-3509-4A88-A233-D290C0227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37FD33-A92B-4C57-BFE4-E06A13CBC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C30D1A-93F1-4471-AD11-39390F4A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870FB6-1743-4F62-A44F-4D30314B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68FBB6-BBBF-456D-AF8B-844A2725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079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5877A-4765-4659-815B-065994BC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4D1DF2-086A-49AD-ABFB-0932F0648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415C68-8F5B-43A2-9796-D7DFC3825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0CF9CF-0A19-4957-9D2D-6F44E452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B18D30-1162-4953-82F4-E6572E75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EF2233-D682-4336-8588-87FE95B24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462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14710-70FD-45E3-8EE3-56570491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191E22-8AD7-4009-82C4-9EE995C32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DD258D-57C7-4A85-8EF2-322628BC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7722FD-580A-4215-97D3-067109E42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4398A-2A92-4F83-9D6E-43475D60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363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D8071E-05D4-42BB-82D4-20611CB3D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7F39E4-637B-49C2-A815-54C735D59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5B1044-4AF1-4316-B137-C6CB6DAC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56125B-867A-4226-8CC7-9AF7CAA3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40BC8A-FD08-42A6-AD0A-40A8B06B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293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2BF0E3-7D86-46B1-8B98-2CD5A5B14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528E3B-8555-4B10-80B9-923D9AC98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EB4E5D-5A7C-4E8F-A0A4-CB015824D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77C47-7341-4E3F-8ED0-585C30E8EF93}" type="datetimeFigureOut">
              <a:rPr lang="es-CO" smtClean="0"/>
              <a:t>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9F6B18-75D0-49B4-B16C-8D5CE61DB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BE3EDB-4734-42B8-A13F-8BBC04CE2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45B92-F33B-4501-9297-EF441968FC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677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F1578-8180-4597-A480-A352939F9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708" y="2752630"/>
            <a:ext cx="2562583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047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PROYECTO</dc:creator>
  <cp:lastModifiedBy>PROYECTO</cp:lastModifiedBy>
  <cp:revision>1</cp:revision>
  <dcterms:created xsi:type="dcterms:W3CDTF">2026-02-09T01:45:11Z</dcterms:created>
  <dcterms:modified xsi:type="dcterms:W3CDTF">2026-02-09T01:46:43Z</dcterms:modified>
</cp:coreProperties>
</file>